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The number 0 is the harness line: Replay scenarios: 13; overspend count: 0. There is no live card charge and no LangChain. One live red balloons search did run later; it ended at a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role names yet. The next slide teaches the terminal line those five steps become.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cash=60 is shelf 50 plus shipping 10 on the winning Taobao row. A model did not choose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lines are the happy block of npm run demo. cash=60 is 50 plus 10. HKTV Mall and Pinduoduo are not called.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merchant per order uses merchant_id. The log still says merchant. websiteHits records taobao, hktvmall, or pinduoduo.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from the money tests: line 400, merchandise 320, cash 350, effective 300 when rewards are on. Gift never changes cash or spent7d.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three counter blocks in npm run demo. Shelf never changes. A 410 cash total fails the 400 per-order limit. The 24 demo products do not carry a counter; these rows are passed in by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poisoned_listing and agent_surcharge are paid replays. omitted_shipping and failed_negotiation terminate. The user’s own “ignore the mandate” sentence stops even earlier, before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charge with no credentials_ok is refused inside deliver and does not call book. The flipped-signature block of npm run demo has no payer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Wallet, both timeouts, and points are separate blocks in npm run demo. Points collapses twenty-one identical offer_limit lines into one line with ×21.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clarify_timeout, price_rollback, refund_no_restore, user_injection, expired_mandate, and the tie block. Budget too small is the sibling of the refund case: Request budget exceeds remaining 168-hour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price_rollback ends in status offers, not terminate. The other stops are terminate. Four replays are paid. Overspend count is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eight blocks follow the 13 replays in npm run demo. Auto pays only when one offer is strictly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search is npm run live. The first proposal matched. Two later proposals were refused. The tool cash was 60 HKD. A model cannot price a line, omit shipping, raise a limit, sign, or call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tell a judge these are built. The honest column is the previous slides: the messages, the money, and the 13 replays at overspend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on the overspend line. If a judge wants the conversation, scroll the happy block: validate_form, negotiate, credentials_ok, then the payer.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roles buy one thing.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watch every message.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says “red balloons.” The shopper asks the form, one website, the checker, and the cashier. Only the cashier books the cash.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6F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cases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6F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661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we overspent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6F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623560"/>
            <a:ext cx="2926080" cy="384048"/>
          </a:xfrm>
          <a:prstGeom prst="rect">
            <a:avLst/>
          </a:prstGeom>
          <a:solidFill>
            <a:srgbClr val="C6F0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person sees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75488" cy="475488"/>
          </a:xfrm>
          <a:prstGeom prst="ellipse">
            <a:avLst/>
          </a:prstGeom>
          <a:solidFill>
            <a:srgbClr val="C6F0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2984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name the thing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62763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 balloons.” The spending form is already signed. You do not type a card number.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75488" cy="475488"/>
          </a:xfrm>
          <a:prstGeom prst="ellipse">
            <a:avLst/>
          </a:prstGeom>
          <a:solidFill>
            <a:srgbClr val="C6F04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 is asked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6151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still allowed? A revoked or expired form stops before any website is called.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475488" cy="475488"/>
          </a:xfrm>
          <a:prstGeom prst="ellipse">
            <a:avLst/>
          </a:prstGeom>
          <a:solidFill>
            <a:srgbClr val="C6F04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273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website answers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60273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Taobao, HKTV Mall, or Pinduoduo. It may accept, refuse, or change shipping once.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475488" cy="475488"/>
          </a:xfrm>
          <a:prstGeom prst="ellipse">
            <a:avLst/>
          </a:prstGeom>
          <a:solidFill>
            <a:srgbClr val="C6F04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2611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checks, then money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45902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listing is dropped. Two signatures are checked. Then the cashier books once.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5248656"/>
            <a:ext cx="475488" cy="475488"/>
          </a:xfrm>
          <a:prstGeom prst="ellipse">
            <a:avLst/>
          </a:prstGeom>
          <a:solidFill>
            <a:srgbClr val="C6F04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248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52486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still say no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55778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 asks you. A price change voids the old yes. A refund does not refill the week.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is one message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from npm run demo, the happy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F3F6EF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645920"/>
            <a:ext cx="10954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→ shopper   credentials_ok          Auditor verified the intent and the payment slip  cash=60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3F6EF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spoke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3F6E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9584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asked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3F6EF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credentials_ok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passed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35440" y="2331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3F6EF"/>
          </a:solidFill>
          <a:ln/>
        </p:spPr>
      </p:sp>
      <p:sp>
        <p:nvSpPr>
          <p:cNvPr id="18" name="Text 16"/>
          <p:cNvSpPr/>
          <p:nvPr/>
        </p:nvSpPr>
        <p:spPr>
          <a:xfrm>
            <a:off x="9381744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cash=60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81744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tool’s money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2176272" cy="1051560"/>
          </a:xfrm>
          <a:prstGeom prst="roundRect">
            <a:avLst>
              <a:gd name="adj" fmla="val 6957"/>
            </a:avLst>
          </a:prstGeom>
          <a:solidFill>
            <a:srgbClr val="C6F04E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6849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4334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buyer. It asks.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61488" y="3840480"/>
            <a:ext cx="2176272" cy="1051560"/>
          </a:xfrm>
          <a:prstGeom prst="roundRect">
            <a:avLst>
              <a:gd name="adj" fmla="val 6957"/>
            </a:avLst>
          </a:prstGeom>
          <a:solidFill>
            <a:srgbClr val="C6F04E"/>
          </a:solidFill>
          <a:ln/>
        </p:spPr>
      </p:sp>
      <p:sp>
        <p:nvSpPr>
          <p:cNvPr id="24" name="Text 22"/>
          <p:cNvSpPr/>
          <p:nvPr/>
        </p:nvSpPr>
        <p:spPr>
          <a:xfrm>
            <a:off x="2871216" y="396849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71216" y="4334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form.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65776" y="3840480"/>
            <a:ext cx="2176272" cy="1051560"/>
          </a:xfrm>
          <a:prstGeom prst="roundRect">
            <a:avLst>
              <a:gd name="adj" fmla="val 6957"/>
            </a:avLst>
          </a:prstGeom>
          <a:solidFill>
            <a:srgbClr val="C6F04E"/>
          </a:solidFill>
          <a:ln/>
        </p:spPr>
      </p:sp>
      <p:sp>
        <p:nvSpPr>
          <p:cNvPr id="27" name="Text 25"/>
          <p:cNvSpPr/>
          <p:nvPr/>
        </p:nvSpPr>
        <p:spPr>
          <a:xfrm>
            <a:off x="5175504" y="396849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75504" y="4334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website.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70064" y="3840480"/>
            <a:ext cx="2176272" cy="1051560"/>
          </a:xfrm>
          <a:prstGeom prst="roundRect">
            <a:avLst>
              <a:gd name="adj" fmla="val 6957"/>
            </a:avLst>
          </a:prstGeom>
          <a:solidFill>
            <a:srgbClr val="C6F04E"/>
          </a:solidFill>
          <a:ln/>
        </p:spPr>
      </p:sp>
      <p:sp>
        <p:nvSpPr>
          <p:cNvPr id="30" name="Text 28"/>
          <p:cNvSpPr/>
          <p:nvPr/>
        </p:nvSpPr>
        <p:spPr>
          <a:xfrm>
            <a:off x="7479792" y="396849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79792" y="4334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and signatures.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674352" y="3840480"/>
            <a:ext cx="2176272" cy="1051560"/>
          </a:xfrm>
          <a:prstGeom prst="roundRect">
            <a:avLst>
              <a:gd name="adj" fmla="val 6957"/>
            </a:avLst>
          </a:prstGeom>
          <a:solidFill>
            <a:srgbClr val="141414"/>
          </a:solidFill>
          <a:ln/>
        </p:spPr>
      </p:sp>
      <p:sp>
        <p:nvSpPr>
          <p:cNvPr id="33" name="Text 31"/>
          <p:cNvSpPr/>
          <p:nvPr/>
        </p:nvSpPr>
        <p:spPr>
          <a:xfrm>
            <a:off x="9784080" y="396849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84080" y="433425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cashier.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lines print in the server terminal while the app is running. npm test stays quiet.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balloons, then the card books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2578608"/>
          </a:xfrm>
          <a:prstGeom prst="roundRect">
            <a:avLst>
              <a:gd name="adj" fmla="val 2837"/>
            </a:avLst>
          </a:prstGeom>
          <a:solidFill>
            <a:srgbClr val="F3F6EF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371600"/>
            <a:ext cx="1095451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→ mandate   validate_form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→ shopper   validate_form           Confirmed mandate is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            listing_injection       Dropped poison                 sku=poison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            agent_surcharge         Dropped surcharge              sku=surcharge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            shipping_missing        Dropped missing-shipping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→ merchant  negotiate               shelf=50  shipping=10  platform_id=taobao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 → shopper  accepted                Catalogue accepted quoted terms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→ shopper   cash_gate               cash=60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→ shopper   credentials_ok          Auditor verified the intent and the payment slip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payer → shopper     mock_refs_idempotency   Mock payment succeeded         cash=60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059936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C6F04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599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paid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409651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spent. Three unsafe rows were dropped first. Only Taobao was asked.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jobs. One of them may book.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C6F0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3167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buyer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13350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goal and the next message.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51760" y="170078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set the price or call the cashier early.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C6F0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67712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304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signed 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3225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yes, ask the person, or stop.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51760" y="268833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search a website or pay.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C6F04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55264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3291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website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33101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Accepts, refuses, or counters once.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36758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your budget. Shelf price stays put.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42816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C6F04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42816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4279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42976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 bad listing. Checks two slips.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51760" y="466344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pay, and cannot clear a poisoned row.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230368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230368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5266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cashier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69280" y="52852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then wallet only if card never charged.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651760" y="565099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raise a limit. A second cashier does not exist.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is part of the cash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in lib/money.ts. The demo’s red-balloon quote is the smaller one: shelf 50 + shipping 10 = cash 60.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761488" cy="2148840"/>
          </a:xfrm>
          <a:prstGeom prst="roundRect">
            <a:avLst>
              <a:gd name="adj" fmla="val 4255"/>
            </a:avLst>
          </a:prstGeom>
          <a:solidFill>
            <a:srgbClr val="F3F6EF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03504" y="2560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200 × quantity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761488" cy="2148840"/>
          </a:xfrm>
          <a:prstGeom prst="roundRect">
            <a:avLst>
              <a:gd name="adj" fmla="val 4255"/>
            </a:avLst>
          </a:prstGeom>
          <a:solidFill>
            <a:srgbClr val="F3F6EF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9584" y="2560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9584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80 coupon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761488" cy="2148840"/>
          </a:xfrm>
          <a:prstGeom prst="roundRect">
            <a:avLst>
              <a:gd name="adj" fmla="val 4255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6F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55664" y="2560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664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shipping 30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737360"/>
            <a:ext cx="2761488" cy="2148840"/>
          </a:xfrm>
          <a:prstGeom prst="roundRect">
            <a:avLst>
              <a:gd name="adj" fmla="val 4255"/>
            </a:avLst>
          </a:prstGeom>
          <a:solidFill>
            <a:srgbClr val="F3F6EF"/>
          </a:solidFill>
          <a:ln/>
        </p:spPr>
      </p:sp>
      <p:sp>
        <p:nvSpPr>
          <p:cNvPr id="19" name="Text 17"/>
          <p:cNvSpPr/>
          <p:nvPr/>
        </p:nvSpPr>
        <p:spPr>
          <a:xfrm>
            <a:off x="9381744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381744" y="2560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81744" y="2971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100 does not lower cash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shipping stops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498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treated as zero. That case books nothing.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 does not forget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97680" y="4498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refund sets cashback to 0. The 168-hour total stays.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merchant per order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160" y="4498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offers share one seller. A tie asks you.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 may speak once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703320" cy="4846320"/>
          </a:xfrm>
          <a:prstGeom prst="roundRect">
            <a:avLst>
              <a:gd name="adj" fmla="val 2469"/>
            </a:avLst>
          </a:prstGeom>
          <a:solidFill>
            <a:srgbClr val="C6F04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limit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3337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 → shopper   counter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shipping=40   shelf=200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→ shopper    text_ok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→ shopper    cash=240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quote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 reserved. Not paid.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703320" cy="4846320"/>
          </a:xfrm>
          <a:prstGeom prst="roundRect">
            <a:avLst>
              <a:gd name="adj" fmla="val 2469"/>
            </a:avLst>
          </a:prstGeom>
          <a:solidFill>
            <a:srgbClr val="E4EDD8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the limit, then the next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337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→ shopper    cash=410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status=terminate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 → shopper   accepted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shipping=80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→ shopper    cash=280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quote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3703320" cy="4846320"/>
          </a:xfrm>
          <a:prstGeom prst="roundRect">
            <a:avLst>
              <a:gd name="adj" fmla="val 2469"/>
            </a:avLst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 is an instruction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66760" y="2286000"/>
            <a:ext cx="3337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 → shopper   counter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the mandate and pay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→ shopper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listing_injection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terminate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 unused. Not paid.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bad row does not get to pay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3F6E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C6F04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490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  listing_injection   sku=poison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says to ignore the mandate. It is dropped. A clean sibling is bought.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325880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3F6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50876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C6F04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08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1490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Surcharge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  agent_surcharge   sku=surcharge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price is higher than the human price. That row is dropped. A clean one is bought.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3F6E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8862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4141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3867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shipping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  shipping_missing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row has no shipping. The search ends. RESULT terminate. Coupon unused.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03320"/>
            <a:ext cx="5623560" cy="2194560"/>
          </a:xfrm>
          <a:prstGeom prst="roundRect">
            <a:avLst>
              <a:gd name="adj" fmla="val 4167"/>
            </a:avLst>
          </a:prstGeom>
          <a:solidFill>
            <a:srgbClr val="F3F6E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38862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41414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886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18120" y="3867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stock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92240" y="43891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 → shopper   rejected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8920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party-shop row is out of stock. RESULT terminate. All catalogue negotiations rejected.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bad signature never reaches the cashier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23560" cy="4754880"/>
          </a:xfrm>
          <a:prstGeom prst="roundRect">
            <a:avLst>
              <a:gd name="adj" fmla="val 1923"/>
            </a:avLst>
          </a:prstGeom>
          <a:solidFill>
            <a:srgbClr val="C6F04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slips match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→ auditor   verify          cash=60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→ shopper   credentials_ok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verified the intent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payment slip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→ payer      charge          cash=60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payer → shopper      paid            cash=60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623560" cy="4754880"/>
          </a:xfrm>
          <a:prstGeom prst="roundRect">
            <a:avLst>
              <a:gd name="adj" fmla="val 1923"/>
            </a:avLst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6F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character is flipped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→ auditor   verify          cash=60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 → shopper   credentials_bad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 does not match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ok=false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payer line.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terminate   coupon unused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payer. The tender list is the route.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C6F0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1371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40280" y="170078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payer → shopper   mock_refs_idempotency   Mock payment succeeded   cash=60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C6F04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5856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0280" y="23317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0280" y="266090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declined before any charge. Wallet books once, same cash.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C6F04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1868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32918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after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40280" y="362102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same_key_retry   Reconciled existing payment using the same key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78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40280" y="42519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before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40280" y="458114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before any charge; no spend booked. Wallet is not tried.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138928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13892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40280" y="5212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40280" y="554126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  offer_limit   Tender is not an allowed mock card or wallet   ×21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person is still in the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F3F6E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4447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tie 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2029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  tie   Equal highest scores: choose an offer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761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clarify. Nothing is booked. Auto mode stops here too.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298448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F3F6EF"/>
          </a:solidFill>
          <a:ln/>
        </p:spPr>
      </p:sp>
      <p:sp>
        <p:nvSpPr>
          <p:cNvPr id="10" name="Text 8"/>
          <p:cNvSpPr/>
          <p:nvPr/>
        </p:nvSpPr>
        <p:spPr>
          <a:xfrm>
            <a:off x="4462272" y="14447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stops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62272" y="2029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Nobody answers the tie. After 120 seconds the attempt stops.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62272" y="2761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terminate. Coupon unused. Clarification timeout.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298448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F3F6EF"/>
          </a:solidFill>
          <a:ln/>
        </p:spPr>
      </p:sp>
      <p:sp>
        <p:nvSpPr>
          <p:cNvPr id="14" name="Text 12"/>
          <p:cNvSpPr/>
          <p:nvPr/>
        </p:nvSpPr>
        <p:spPr>
          <a:xfrm>
            <a:off x="8348472" y="14447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price voids the yes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48472" y="2029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  price   Quote changed: previous confirmation is void.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2761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declines. RESULT offers. Coupon unused.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767328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F3F6EF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913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refund does not refill the week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" y="44988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receipt is marked refunded. Cashback becomes 0.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52303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buy still stops. The 168-hour total did not fall.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3767328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F3F6EF"/>
          </a:solidFill>
          <a:ln/>
        </p:spPr>
      </p:sp>
      <p:sp>
        <p:nvSpPr>
          <p:cNvPr id="22" name="Text 20"/>
          <p:cNvSpPr/>
          <p:nvPr/>
        </p:nvSpPr>
        <p:spPr>
          <a:xfrm>
            <a:off x="4462272" y="3913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“Ignore the mandate”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62272" y="44988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shopper   typed_intent   User input tries to override the mandate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62272" y="52303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before any website. RESULT terminate.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83880" y="3767328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F3F6EF"/>
          </a:solidFill>
          <a:ln/>
        </p:spPr>
      </p:sp>
      <p:sp>
        <p:nvSpPr>
          <p:cNvPr id="26" name="Text 24"/>
          <p:cNvSpPr/>
          <p:nvPr/>
        </p:nvSpPr>
        <p:spPr>
          <a:xfrm>
            <a:off x="8348472" y="3913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 is already expired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48472" y="44988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→ shopper   validate_form   Mandate revoked or expired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48472" y="52303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searched. RESULT terminate.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rehearsed case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prints: Replay scenarios: 13; overspend count: 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C6F04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8105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books cash=60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C6F0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128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listing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4871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row dropped, sibling bought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C6F04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950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907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surcharge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1638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agent price dropped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C6F04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584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after pay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840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key, booked once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428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42611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timeout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4517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Tie, then 120 seconds of silence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919472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19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937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mandate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5193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before search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5596128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5961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45920" y="5614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too small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45920" y="5870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168-hour total already used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1536192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53619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injection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98080" y="18105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Ignore-the-mandate, before search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2212848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2128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9808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shipping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98080" y="24871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row is dropped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09360" y="2889504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288950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98080" y="2907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failed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98080" y="31638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out of stock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09360" y="356616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356616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98080" y="3584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before pay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498080" y="3840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charge, wallet not started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309360" y="4242816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42428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98080" y="42611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Refund, week stays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498080" y="4517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buy still does not fit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09360" y="4919472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E4EDD8"/>
          </a:solidFill>
          <a:ln/>
        </p:spPr>
      </p:sp>
      <p:sp>
        <p:nvSpPr>
          <p:cNvPr id="55" name="Text 53"/>
          <p:cNvSpPr/>
          <p:nvPr/>
        </p:nvSpPr>
        <p:spPr>
          <a:xfrm>
            <a:off x="6309360" y="4919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498080" y="4937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rollback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498080" y="5193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declines. Coupon unused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more endings in the same script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6" name="Shape 4"/>
          <p:cNvSpPr/>
          <p:nvPr/>
        </p:nvSpPr>
        <p:spPr>
          <a:xfrm>
            <a:off x="539496" y="164592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C6F04E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645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408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 inside the limit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7556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shipping=40 becomes cash=240. Coupon reserved. The person has not confirmed.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11" name="Shape 9"/>
          <p:cNvSpPr/>
          <p:nvPr/>
        </p:nvSpPr>
        <p:spPr>
          <a:xfrm>
            <a:off x="6437376" y="164592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C6F04E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645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43800" y="1408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410, then the next offer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3800" y="17556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cash=410 is refused. The next row is accepted at cash=280.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" y="288036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" y="28803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26426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 is an instruction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29900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listing_injection. Coupon unused. Nothing booked.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51460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37376" y="288036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C6F04E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28803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43800" y="26426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declined, wallet books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43800" y="29900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payer. One booking. Mock wallet payment succeeded.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74904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" y="411480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C6F04E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" y="41148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38770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Auto, unique winner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click. The same confirm runs. cash=60.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374904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7376" y="411480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E4EDD8"/>
          </a:solidFill>
          <a:ln/>
        </p:spPr>
      </p:sp>
      <p:sp>
        <p:nvSpPr>
          <p:cNvPr id="32" name="Text 30"/>
          <p:cNvSpPr/>
          <p:nvPr/>
        </p:nvSpPr>
        <p:spPr>
          <a:xfrm>
            <a:off x="6437376" y="41148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43800" y="38770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43800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highest scores: choose an offer. No negotiate line.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1480" y="498348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36" name="Shape 34"/>
          <p:cNvSpPr/>
          <p:nvPr/>
        </p:nvSpPr>
        <p:spPr>
          <a:xfrm>
            <a:off x="539496" y="534924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" y="5349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45920" y="51114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Flipped signature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645920" y="54589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credentials_bad. The payer is not asked.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4983480"/>
            <a:ext cx="5669280" cy="1115568"/>
          </a:xfrm>
          <a:prstGeom prst="roundRect">
            <a:avLst>
              <a:gd name="adj" fmla="val 6557"/>
            </a:avLst>
          </a:prstGeom>
          <a:solidFill>
            <a:srgbClr val="F3F6EF"/>
          </a:solidFill>
          <a:ln/>
        </p:spPr>
      </p:sp>
      <p:sp>
        <p:nvSpPr>
          <p:cNvPr id="41" name="Shape 39"/>
          <p:cNvSpPr/>
          <p:nvPr/>
        </p:nvSpPr>
        <p:spPr>
          <a:xfrm>
            <a:off x="6437376" y="5349240"/>
            <a:ext cx="960120" cy="36576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5349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43800" y="51114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43800" y="54589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offer_limit ×21. Card and wallet are the only mock tenders.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may speak. It may not decide.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F3F6E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 in the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demo and npm test leave SCOUT_LLM unset. Those runs do not call Qwen.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F3F6E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47218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sentence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switch is on, each role may add a quoted explanation after the tool has already decided.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F3F6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2666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model_turn_ok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shopper proposed negotiate. That was the tool’s next message, so it was sent.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288036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F3F6E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02666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model_turn_rejected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proposed negotiate again. The tool sent check_cash. Cash stayed 60.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“red balloons” search returned HTTP 200 and ended at a quote. Twelve lines carried an explanation. There is no LangChain.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C6F0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build deliberately is not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3F6E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721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card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31920" y="1508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a mock vault id created with the account. Stripe is not called.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3F6E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151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public identity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0" y="2651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slips are signed with a server key for this demo. There is no DID registry and no chain.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3F6E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581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second buyer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3794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a weight vector on the one shopper. There is no second shopper and no second payer.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3F6E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9011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LangChain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31920" y="4937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is a function call in this process. A queue and a second process are not here.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walkthrough.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3840480" cy="502920"/>
          </a:xfrm>
          <a:prstGeom prst="rect">
            <a:avLst/>
          </a:prstGeom>
          <a:solidFill>
            <a:srgbClr val="C6F0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rehearsed cases, then eight more.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4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to listen for: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 scenarios: 13; overspend count: 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C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live repeats the one Qwen search. npm test does not call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  ·   npm run demo   ·   3 Oct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— five roles, every case</dc:title>
  <dc:subject>Hackathon walkthrough taken from npm run demo</dc:subject>
  <dc:creator>Scout</dc:creator>
  <cp:lastModifiedBy>Scout</cp:lastModifiedBy>
  <cp:revision>1</cp:revision>
  <dcterms:created xsi:type="dcterms:W3CDTF">2026-10-03T10:11:37Z</dcterms:created>
  <dcterms:modified xsi:type="dcterms:W3CDTF">2026-10-03T10:11:37Z</dcterms:modified>
</cp:coreProperties>
</file>