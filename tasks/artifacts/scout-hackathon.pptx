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1414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41414"/>
                </a:solidFill>
                <a:latin typeface="Calibri"/>
              </a:rPr>
              <a:t>Same basket, four numbers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HKD</c:v>
                </c:pt>
              </c:strCache>
            </c:strRef>
          </c:tx>
          <c:spPr>
            <a:solidFill>
              <a:srgbClr val="C8F1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41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Line</c:v>
                  </c:pt>
                  <c:pt idx="1">
                    <c:v>Merchandise</c:v>
                  </c:pt>
                  <c:pt idx="2">
                    <c:v>Cash booked</c:v>
                  </c:pt>
                  <c:pt idx="3">
                    <c:v>Effective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320</c:v>
                </c:pt>
                <c:pt idx="2">
                  <c:v>350</c:v>
                </c:pt>
                <c:pt idx="3">
                  <c:v>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4141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84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0"/>
        <c:axPos val="l"/>
        <c:majorGridlines>
          <c:spPr>
            <a:ln w="6350" cap="flat">
              <a:solidFill>
                <a:srgbClr val="E4E0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84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CF6"/>
        </a:solidFill>
        <a:ln>
          <a:noFill/>
        </a:ln>
        <a:effectLst/>
      </c:spPr>
    </c:plotArea>
    <c:plotVisOnly val="1"/>
    <c:dispBlanksAs val="span"/>
  </c:chart>
  <c:spPr>
    <a:solidFill>
      <a:srgbClr val="FFFC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refusal. The full case contract is tasks/agent-roles.md. Slice 1, the role name on each trace row, is in the working tree. Counter-offers, a wallet, credentials, and dual-accept auto pay are specified and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Sellers such as party-shop, hk-party, and value-party are rows on a website, not extra agents. One merchant per order uses merchant_id. Rank picks one seller. Only that website’s adapter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Defaults when the form is unset: manual, one merchant per order, rewards on, no expiry, tender card, per item 250, per order 400, rolling 7 days 1000, search 15 seconds. FX is HKD 1, CNY 1.08, USD 7.8, stamped 2026-10-03.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refund sets refunded_at and reverses cashback. The 168-hour sum still counts the original 350. If only 340 remains, the next order stops. No role recomputes this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Clocks are separate. Search is min(15s, the mandate max). Clarify is 120 seconds. The quote has its own 120-second clock. Mandate expiry is the form’s clock. Tests inject all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Silence for 120 seconds terminates and releases an unspent coupon. Decline of list, allocation, weights, or mandate terminates. Decline of a tie, a price change, or a repeat returns to the offer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stop: search timeout before charge, an offer sku that is not in this attempt, a dead catalogue row at confirm, and a book() guard that sees a revoked mandate. Internal failure with no charge ends the same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Harness expects poisoned_listing and agent_surcharge to finish paid, and omitted_shipping, failed_negotiation, and refund_no_restore to finish terminated. Overspend means cash broke a mandate, a reward reduced cash, or shipping was omitted. The count is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the code only accepts or rejects. The counter is slice 2. The website does not see the user’s budget and cannot tell the shopper to ignore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Empty tender list will allow card only in slice 3. Today a list that excludes card terminates. Two payers on one quote are forbidden because both could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line: Replay scenarios: 13; overspend count: 0. Coverage floor stays at statements 81.33, branches 79.02, functions 89.74, lines 87.50. Last printed measurement was the 40-test suite. This run is 42 tests and was not remeasured.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saying the counter, the wallet, and the mock credential are in tasks/agent-roles.md and are not in this build. The harness line is the closer: overspend count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554480" cy="310896"/>
          </a:xfrm>
          <a:prstGeom prst="roundRect">
            <a:avLst>
              <a:gd name="adj" fmla="val 23529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2344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Scout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02920" y="22402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roles. One mandate. Every case has an outcome.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shopper is the user’s buyer. Each merchant is one website.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payer is the only role that books cash. A second shopper, or a second payer, is forbidden.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47091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8F1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5349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this run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20440" y="47091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8F1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20440" y="5349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scenarios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47091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8F1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537960" y="5349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count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speaks, and for whom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C8F14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15568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60320" y="1115568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/>
        </p:spPr>
      </p:sp>
      <p:sp>
        <p:nvSpPr>
          <p:cNvPr id="8" name="Text 6"/>
          <p:cNvSpPr/>
          <p:nvPr/>
        </p:nvSpPr>
        <p:spPr>
          <a:xfrm>
            <a:off x="2788920" y="120700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788920" y="1517904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buyer. Priority is a weight vector, not a second shopper. It chooses the goal, holds one offer, and asks the user.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39696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C8F14F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39696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560320" y="2139696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/>
        </p:spPr>
      </p:sp>
      <p:sp>
        <p:nvSpPr>
          <p:cNvPr id="13" name="Text 11"/>
          <p:cNvSpPr/>
          <p:nvPr/>
        </p:nvSpPr>
        <p:spPr>
          <a:xfrm>
            <a:off x="2788920" y="223113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confirmed form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88920" y="2542032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Valid, revoked, and expired stop immediately. A fight with a still-valid form asks. It never searches or pays.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63824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C8F14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163824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560320" y="3163824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/>
        </p:spPr>
      </p:sp>
      <p:sp>
        <p:nvSpPr>
          <p:cNvPr id="18" name="Text 16"/>
          <p:cNvSpPr/>
          <p:nvPr/>
        </p:nvSpPr>
        <p:spPr>
          <a:xfrm>
            <a:off x="2788920" y="3255264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website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88920" y="3566160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Taobao, HKTV Mall, or Pinduoduo. It accepts, rejects, or later counters only its own rows. The other two stay silent.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187952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C8F14F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187952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560320" y="4187952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/>
        </p:spPr>
      </p:sp>
      <p:sp>
        <p:nvSpPr>
          <p:cNvPr id="23" name="Text 21"/>
          <p:cNvSpPr/>
          <p:nvPr/>
        </p:nvSpPr>
        <p:spPr>
          <a:xfrm>
            <a:off x="2788920" y="427939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listing check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788920" y="4590288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a poisoned row, a higher agent price, or missing shipping. A clean sibling stays. It never pays.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212080"/>
            <a:ext cx="1965960" cy="914400"/>
          </a:xfrm>
          <a:prstGeom prst="roundRect">
            <a:avLst>
              <a:gd name="adj" fmla="val 10000"/>
            </a:avLst>
          </a:prstGeom>
          <a:solidFill>
            <a:srgbClr val="C8F14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521208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2560320" y="5212080"/>
            <a:ext cx="9144000" cy="914400"/>
          </a:xfrm>
          <a:prstGeom prst="roundRect">
            <a:avLst>
              <a:gd name="adj" fmla="val 10000"/>
            </a:avLst>
          </a:prstGeom>
          <a:solidFill>
            <a:srgbClr val="FFFCF6"/>
          </a:solidFill>
          <a:ln/>
        </p:spPr>
      </p:sp>
      <p:sp>
        <p:nvSpPr>
          <p:cNvPr id="28" name="Text 26"/>
          <p:cNvSpPr/>
          <p:nvPr/>
        </p:nvSpPr>
        <p:spPr>
          <a:xfrm>
            <a:off x="2788920" y="5303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only cashier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788920" y="5614416"/>
            <a:ext cx="868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now. Wallet later, as the next tender, not a second payer. It books, retries the same key, and refunds.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Choices the roles are not allowed to break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365760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" y="131673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554480"/>
            <a:ext cx="3328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hosted model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" y="2039112"/>
            <a:ext cx="33284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parser is a function. A model may sit behind the same JSON later. The harness still must not call one.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170432"/>
            <a:ext cx="365760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43984" y="131673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1" name="Text 9"/>
          <p:cNvSpPr/>
          <p:nvPr/>
        </p:nvSpPr>
        <p:spPr>
          <a:xfrm>
            <a:off x="4462272" y="1554480"/>
            <a:ext cx="3328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Cents, then HKD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462272" y="2039112"/>
            <a:ext cx="33284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Shelf, coupon, shipping, and gift become integer cents. Missing shipping is an error, not zero.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170432"/>
            <a:ext cx="365760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4464" y="131673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5" name="Text 13"/>
          <p:cNvSpPr/>
          <p:nvPr/>
        </p:nvSpPr>
        <p:spPr>
          <a:xfrm>
            <a:off x="8302752" y="1554480"/>
            <a:ext cx="3328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is a score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02752" y="2039112"/>
            <a:ext cx="33284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 on: effective = cash − gift × 0.5. Cash and the 7-day spend do not move.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30752"/>
            <a:ext cx="365760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" y="387705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" y="4114800"/>
            <a:ext cx="3328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Weights can sit apart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1792" y="4599432"/>
            <a:ext cx="33284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cash weight need not sum to 1. “Cheapest” plus a different explicit vector asks first.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730752"/>
            <a:ext cx="365760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43984" y="387705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23" name="Text 21"/>
          <p:cNvSpPr/>
          <p:nvPr/>
        </p:nvSpPr>
        <p:spPr>
          <a:xfrm>
            <a:off x="4462272" y="4114800"/>
            <a:ext cx="3328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Card, unless the form says so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62272" y="4599432"/>
            <a:ext cx="33284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a tender list without card stops payment. The user never types a card number.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38160" y="3730752"/>
            <a:ext cx="365760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4464" y="387705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27" name="Text 25"/>
          <p:cNvSpPr/>
          <p:nvPr/>
        </p:nvSpPr>
        <p:spPr>
          <a:xfrm>
            <a:off x="8302752" y="4114800"/>
            <a:ext cx="3328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 allow means all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302752" y="4599432"/>
            <a:ext cx="33284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merchant or category allow list means every one except the deny list. Categories are snacks and balloons.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is what gets booked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623560" cy="5074920"/>
          </a:xfrm>
          <a:prstGeom prst="roundRect">
            <a:avLst>
              <a:gd name="adj" fmla="val 1802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" y="128930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200 × qty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16276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400, before the coupon. Per-item sees this.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" y="22860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80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Merchandise 320. Cashback uses this, not shipping.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3232" y="32004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30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" y="34564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 350. This is the charge and the 7-day sum.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 100, rewards 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43708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Effective 300. Rank only. Book still writes 350.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" y="50292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 turned off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" y="52852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Effective becomes 350. Cash stays 350.</a:t>
            </a:r>
            <a:endParaRPr lang="en-US" sz="16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309360" y="1143000"/>
          <a:ext cx="539496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at the first ask or the first refusal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" y="128930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5272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2527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1792" y="16002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sentence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" y="219456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items become snacks and balloons. Quantities stay blank.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114300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9584" y="128930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125272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60520" y="12527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47872" y="16002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form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47872" y="219456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Broken, revoked, or expired ends. A conflict with a valid form asks.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114300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55664" y="128930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25272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86600" y="12527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73952" y="16002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Shares and weights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219456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shares ask. A week that cannot hold the budget ends.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235440" y="114300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81744" y="128930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0" y="125272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12680" y="12527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00032" y="16002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bad rows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400032" y="219456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a higher agent price, or missing shipping. That row only.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" y="389534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385876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385876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 one seller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21792" y="4800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three. A tie within 1e-10 asks. Other websites stay silent.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383280" y="374904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529584" y="389534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37" name="Text 35"/>
          <p:cNvSpPr/>
          <p:nvPr/>
        </p:nvSpPr>
        <p:spPr>
          <a:xfrm>
            <a:off x="3749040" y="385876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160520" y="385876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47872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or reject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3547872" y="4800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catalogue answer. A rejection leaves the coupon unused.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309360" y="374904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55664" y="389534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43" name="Text 41"/>
          <p:cNvSpPr/>
          <p:nvPr/>
        </p:nvSpPr>
        <p:spPr>
          <a:xfrm>
            <a:off x="6675120" y="385876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086600" y="385876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473952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the cash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473952" y="4800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Per-item sees the pre-coupon line. The week sees cash.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9235440" y="3749040"/>
            <a:ext cx="2761488" cy="2423160"/>
          </a:xfrm>
          <a:prstGeom prst="roundRect">
            <a:avLst>
              <a:gd name="adj" fmla="val 377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381744" y="3895344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49" name="Text 47"/>
          <p:cNvSpPr/>
          <p:nvPr/>
        </p:nvSpPr>
        <p:spPr>
          <a:xfrm>
            <a:off x="9601200" y="385876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0012680" y="385876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400032" y="420624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 and book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9400032" y="4800600"/>
            <a:ext cx="24323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click does not pay. Confirm does. The same key never books twice.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cases that wait for the user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7101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710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09928" y="119786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still blank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09928" y="143560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search. Do not invent a guest count.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55117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511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09928" y="247802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is blank or over the budget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09928" y="271576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Unassigned money stays reserved. Goals cannot borrow.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70332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383133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831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09928" y="375818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“Cheapest” fights the typed weights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09928" y="399592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explicit vector. Ask before ranking.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98348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511149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51114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09928" y="503834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two scores tie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709928" y="527608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1e-10, including across sellers. Do not auto-pay.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114300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263640" y="127101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12710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70648" y="119786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sku inside 72 hours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470648" y="143560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returns to the quote. The user still confirms.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72200" y="242316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263640" y="255117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25511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70648" y="247802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fights a valid form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470648" y="271576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form or the request. Decline ends the attempt.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72200" y="370332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83133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3831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470648" y="375818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or a stale confirm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470648" y="399592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asks again. A stale version does not pay.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72200" y="498348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41" name="Shape 39"/>
          <p:cNvSpPr/>
          <p:nvPr/>
        </p:nvSpPr>
        <p:spPr>
          <a:xfrm>
            <a:off x="6263640" y="511149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42" name="Text 40"/>
          <p:cNvSpPr/>
          <p:nvPr/>
        </p:nvSpPr>
        <p:spPr>
          <a:xfrm>
            <a:off x="6263640" y="51114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470648" y="503834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happened, retry still fails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470648" y="527608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idempotency key. Do not start another tender.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Cases that end the attempt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7101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710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09928" y="119786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text tries to raise the mandate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709928" y="143560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injection. It is not a bad listing.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55117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5511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09928" y="247802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form, revoked, or expired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09928" y="271576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is for a valid form that conflicts. This ends.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70332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383133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831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709928" y="375818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clock fired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09928" y="399592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seconds on the quote, separate from clarify.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11480" y="498348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511149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51114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709928" y="503834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seconds of silence, or cancel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709928" y="527608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returns to unused.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114300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26" name="Shape 24"/>
          <p:cNvSpPr/>
          <p:nvPr/>
        </p:nvSpPr>
        <p:spPr>
          <a:xfrm>
            <a:off x="6263640" y="127101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12710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70648" y="119786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Week, share, or per-order cannot hold cash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470648" y="143560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does not refill the week.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72200" y="242316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263640" y="255117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25511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70648" y="247802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held offer rejects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470648" y="271576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stays unused. One reject is not this case.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72200" y="370332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83133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3831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470648" y="375818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row left with shipping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470648" y="399592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shipping is not zero.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72200" y="4983480"/>
            <a:ext cx="5623560" cy="1207008"/>
          </a:xfrm>
          <a:prstGeom prst="roundRect">
            <a:avLst>
              <a:gd name="adj" fmla="val 6061"/>
            </a:avLst>
          </a:prstGeom>
          <a:solidFill>
            <a:srgbClr val="FFFCF6"/>
          </a:solidFill>
          <a:ln/>
        </p:spPr>
      </p:sp>
      <p:sp>
        <p:nvSpPr>
          <p:cNvPr id="41" name="Shape 39"/>
          <p:cNvSpPr/>
          <p:nvPr/>
        </p:nvSpPr>
        <p:spPr>
          <a:xfrm>
            <a:off x="6263640" y="5111496"/>
            <a:ext cx="1097280" cy="256032"/>
          </a:xfrm>
          <a:prstGeom prst="roundRect">
            <a:avLst>
              <a:gd name="adj" fmla="val 21429"/>
            </a:avLst>
          </a:prstGeom>
          <a:solidFill>
            <a:srgbClr val="C8F14F"/>
          </a:solidFill>
          <a:ln/>
        </p:spPr>
      </p:sp>
      <p:sp>
        <p:nvSpPr>
          <p:cNvPr id="42" name="Text 40"/>
          <p:cNvSpPr/>
          <p:nvPr/>
        </p:nvSpPr>
        <p:spPr>
          <a:xfrm>
            <a:off x="6263640" y="51114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470648" y="5038344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before charge, or a card number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470648" y="5276088"/>
            <a:ext cx="4197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ledger row. Tender without card also stops.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bad row does not end a clean purchase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70432"/>
            <a:ext cx="370332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57784" y="131673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98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6733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Poisoned description or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76072" y="240487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that offer. A clean sku can still reach paid.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170432"/>
            <a:ext cx="370332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43984" y="131673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298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62272" y="16733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price above the human price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62272" y="240487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and log it. Do not terminate the request.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83880" y="1170432"/>
            <a:ext cx="370332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30184" y="131673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17" name="Text 15"/>
          <p:cNvSpPr/>
          <p:nvPr/>
        </p:nvSpPr>
        <p:spPr>
          <a:xfrm>
            <a:off x="8549640" y="12984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8472" y="167335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offer rejects, second accepts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48472" y="240487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second. The attempt continues.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1480" y="3730752"/>
            <a:ext cx="370332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7784" y="387705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8587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6072" y="42336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Timeout after the charge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76072" y="496519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the same key. Book once.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297680" y="3730752"/>
            <a:ext cx="370332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43984" y="387705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38587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462272" y="42336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Gift of 100, rewards 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62272" y="496519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falls by 50. Book 350, not 300.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183880" y="3730752"/>
            <a:ext cx="3703320" cy="2377440"/>
          </a:xfrm>
          <a:prstGeom prst="roundRect">
            <a:avLst>
              <a:gd name="adj" fmla="val 3846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30184" y="3877056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32" name="Text 30"/>
          <p:cNvSpPr/>
          <p:nvPr/>
        </p:nvSpPr>
        <p:spPr>
          <a:xfrm>
            <a:off x="8549640" y="38587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48472" y="42336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 the receipt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48472" y="496519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it. Reverse cashback. The week still counts the cash.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website, four possible answers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286000" cy="841248"/>
          </a:xfrm>
          <a:prstGeom prst="roundRect">
            <a:avLst>
              <a:gd name="adj" fmla="val 10870"/>
            </a:avLst>
          </a:prstGeom>
          <a:solidFill>
            <a:srgbClr val="C8F14F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15568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1115568"/>
            <a:ext cx="4892040" cy="841248"/>
          </a:xfrm>
          <a:prstGeom prst="roundRect">
            <a:avLst>
              <a:gd name="adj" fmla="val 10870"/>
            </a:avLst>
          </a:prstGeom>
          <a:solidFill>
            <a:srgbClr val="FFFCF6"/>
          </a:solidFill>
          <a:ln/>
        </p:spPr>
      </p:sp>
      <p:sp>
        <p:nvSpPr>
          <p:cNvPr id="8" name="Text 6"/>
          <p:cNvSpPr/>
          <p:nvPr/>
        </p:nvSpPr>
        <p:spPr>
          <a:xfrm>
            <a:off x="2999232" y="1115568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stock, coupon free, shelf, coupon, shipping, and currency unchanged. Coupon becomes reserved.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075688"/>
            <a:ext cx="2286000" cy="841248"/>
          </a:xfrm>
          <a:prstGeom prst="roundRect">
            <a:avLst>
              <a:gd name="adj" fmla="val 10870"/>
            </a:avLst>
          </a:prstGeom>
          <a:solidFill>
            <a:srgbClr val="141414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2075688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out_of_stock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34640" y="2075688"/>
            <a:ext cx="4892040" cy="841248"/>
          </a:xfrm>
          <a:prstGeom prst="roundRect">
            <a:avLst>
              <a:gd name="adj" fmla="val 10870"/>
            </a:avLst>
          </a:prstGeom>
          <a:solidFill>
            <a:srgbClr val="FFFCF6"/>
          </a:solidFill>
          <a:ln/>
        </p:spPr>
      </p:sp>
      <p:sp>
        <p:nvSpPr>
          <p:cNvPr id="12" name="Text 10"/>
          <p:cNvSpPr/>
          <p:nvPr/>
        </p:nvSpPr>
        <p:spPr>
          <a:xfrm>
            <a:off x="2999232" y="2075688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row is missing or stock is false. Coupon stays unused.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035808"/>
            <a:ext cx="2286000" cy="841248"/>
          </a:xfrm>
          <a:prstGeom prst="roundRect">
            <a:avLst>
              <a:gd name="adj" fmla="val 10870"/>
            </a:avLst>
          </a:prstGeom>
          <a:solidFill>
            <a:srgbClr val="141414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035808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coupon_gone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834640" y="3035808"/>
            <a:ext cx="4892040" cy="841248"/>
          </a:xfrm>
          <a:prstGeom prst="roundRect">
            <a:avLst>
              <a:gd name="adj" fmla="val 10870"/>
            </a:avLst>
          </a:prstGeom>
          <a:solidFill>
            <a:srgbClr val="FFFCF6"/>
          </a:solidFill>
          <a:ln/>
        </p:spPr>
      </p:sp>
      <p:sp>
        <p:nvSpPr>
          <p:cNvPr id="16" name="Text 14"/>
          <p:cNvSpPr/>
          <p:nvPr/>
        </p:nvSpPr>
        <p:spPr>
          <a:xfrm>
            <a:off x="2999232" y="3035808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coupon was already taken. Coupon stays unused.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995928"/>
            <a:ext cx="2286000" cy="841248"/>
          </a:xfrm>
          <a:prstGeom prst="roundRect">
            <a:avLst>
              <a:gd name="adj" fmla="val 10870"/>
            </a:avLst>
          </a:prstGeom>
          <a:solidFill>
            <a:srgbClr val="141414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995928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price_mismatch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34640" y="3995928"/>
            <a:ext cx="4892040" cy="841248"/>
          </a:xfrm>
          <a:prstGeom prst="roundRect">
            <a:avLst>
              <a:gd name="adj" fmla="val 10870"/>
            </a:avLst>
          </a:prstGeom>
          <a:solidFill>
            <a:srgbClr val="FFFCF6"/>
          </a:solidFill>
          <a:ln/>
        </p:spPr>
      </p:sp>
      <p:sp>
        <p:nvSpPr>
          <p:cNvPr id="20" name="Text 18"/>
          <p:cNvSpPr/>
          <p:nvPr/>
        </p:nvSpPr>
        <p:spPr>
          <a:xfrm>
            <a:off x="2999232" y="3995928"/>
            <a:ext cx="4572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Shelf, coupon, shipping, or currency moved. Coupon stays unused.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909560" y="1115568"/>
            <a:ext cx="3840480" cy="4709160"/>
          </a:xfrm>
          <a:prstGeom prst="roundRect">
            <a:avLst>
              <a:gd name="adj" fmla="val 2381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55864" y="1261872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C8F1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19872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counter, later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119872" y="20574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or the coupon may change once. Shelf cannot rise above the human price. Shipping cannot disappear. Instruction text is vetoed. Cash 410 against a 400 per-order limit is refused. There is no second counter.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19872" y="47091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this demo.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cashier. Tenders are a list.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demo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30936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Specified, not built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5623560" cy="822960"/>
          </a:xfrm>
          <a:prstGeom prst="roundRect">
            <a:avLst>
              <a:gd name="adj" fmla="val 8889"/>
            </a:avLst>
          </a:prstGeom>
          <a:solidFill>
            <a:srgbClr val="FFFCF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58191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81965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vault_ and address_ ids. The user does not type them.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2441448"/>
            <a:ext cx="5623560" cy="822960"/>
          </a:xfrm>
          <a:prstGeom prst="roundRect">
            <a:avLst>
              <a:gd name="adj" fmla="val 8889"/>
            </a:avLst>
          </a:prstGeom>
          <a:solidFill>
            <a:srgbClr val="FFFCF6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51460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75234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books cash once. A click does not.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3374136"/>
            <a:ext cx="5623560" cy="822960"/>
          </a:xfrm>
          <a:prstGeom prst="roundRect">
            <a:avLst>
              <a:gd name="adj" fmla="val 8889"/>
            </a:avLst>
          </a:prstGeom>
          <a:solidFill>
            <a:srgbClr val="FFFCF6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44728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68503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before charge ends with no row.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11480" y="4306824"/>
            <a:ext cx="5623560" cy="822960"/>
          </a:xfrm>
          <a:prstGeom prst="roundRect">
            <a:avLst>
              <a:gd name="adj" fmla="val 8889"/>
            </a:avLst>
          </a:prstGeom>
          <a:solidFill>
            <a:srgbClr val="FFFCF6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3799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461772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after charge retries that same key.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1480" y="5239512"/>
            <a:ext cx="5623560" cy="822960"/>
          </a:xfrm>
          <a:prstGeom prst="roundRect">
            <a:avLst>
              <a:gd name="adj" fmla="val 8889"/>
            </a:avLst>
          </a:prstGeom>
          <a:solidFill>
            <a:srgbClr val="FFFCF6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53126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555040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number, or a tender other than card, stops.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1508760"/>
            <a:ext cx="553212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158191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0" y="181965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fails before charge. Wallet pays once on a new key.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17920" y="2441448"/>
            <a:ext cx="553212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251460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275234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 already exists. Do not start the next tender.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74136"/>
            <a:ext cx="553212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344728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850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did:mock plus two signatures. A flipped bit does not book.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217920" y="4306824"/>
            <a:ext cx="553212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437997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pays only if auditor and payer both accept.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217920" y="5239512"/>
            <a:ext cx="5532120" cy="822960"/>
          </a:xfrm>
          <a:prstGeom prst="roundRect">
            <a:avLst>
              <a:gd name="adj" fmla="val 8889"/>
            </a:avLst>
          </a:prstGeom>
          <a:solidFill>
            <a:srgbClr val="141414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53126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0" y="55504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tie, a repeat, or a bad signature still asks.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85216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replays. Overspend stays 0.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5623560" cy="932688"/>
          </a:xfrm>
          <a:prstGeom prst="roundRect">
            <a:avLst>
              <a:gd name="adj" fmla="val 980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527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56362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Happy path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2194560"/>
            <a:ext cx="5623560" cy="932688"/>
          </a:xfrm>
          <a:prstGeom prst="roundRect">
            <a:avLst>
              <a:gd name="adj" fmla="val 980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3042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61518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Poisoned listing, clean sku remains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3246120"/>
            <a:ext cx="5623560" cy="932688"/>
          </a:xfrm>
          <a:prstGeom prst="roundRect">
            <a:avLst>
              <a:gd name="adj" fmla="val 980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558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366674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surcharge, clean sku remains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1480" y="4297680"/>
            <a:ext cx="5623560" cy="932688"/>
          </a:xfrm>
          <a:prstGeom prst="roundRect">
            <a:avLst>
              <a:gd name="adj" fmla="val 9804"/>
            </a:avLst>
          </a:prstGeom>
          <a:solidFill>
            <a:srgbClr val="FFFCF6"/>
          </a:solidFill>
          <a:ln/>
          <a:effectLst>
            <a:outerShdw sx="100000" sy="100000" kx="0" ky="0" algn="bl" rotWithShape="0" blurRad="177800" dist="50800" dir="5400000">
              <a:srgbClr val="141414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" y="44074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47183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Timeout after charge, same key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1143000"/>
            <a:ext cx="5532120" cy="932688"/>
          </a:xfrm>
          <a:prstGeom prst="roundRect">
            <a:avLst>
              <a:gd name="adj" fmla="val 9804"/>
            </a:avLst>
          </a:prstGeom>
          <a:solidFill>
            <a:srgbClr val="14141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527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156362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Clarify timeout, expired mandate, injection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2194560"/>
            <a:ext cx="5532120" cy="932688"/>
          </a:xfrm>
          <a:prstGeom prst="roundRect">
            <a:avLst>
              <a:gd name="adj" fmla="val 9804"/>
            </a:avLst>
          </a:prstGeom>
          <a:solidFill>
            <a:srgbClr val="14141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3042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too small, refund does not restore 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3246120"/>
            <a:ext cx="5532120" cy="932688"/>
          </a:xfrm>
          <a:prstGeom prst="roundRect">
            <a:avLst>
              <a:gd name="adj" fmla="val 9804"/>
            </a:avLst>
          </a:prstGeom>
          <a:solidFill>
            <a:srgbClr val="141414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35584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36667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omitted, negotiation failed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5532120" cy="932688"/>
          </a:xfrm>
          <a:prstGeom prst="roundRect">
            <a:avLst>
              <a:gd name="adj" fmla="val 9804"/>
            </a:avLst>
          </a:prstGeom>
          <a:solidFill>
            <a:srgbClr val="141414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44074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F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0" y="47183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rolls back. Timeout before charge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" y="6528816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Scout  ·  tasks/agent-roles.md  ·  3 Oct 2026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097280" cy="292608"/>
          </a:xfrm>
          <a:prstGeom prst="roundRect">
            <a:avLst>
              <a:gd name="adj" fmla="val 25000"/>
            </a:avLst>
          </a:prstGeom>
          <a:solidFill>
            <a:srgbClr val="C8F14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777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the refusal, then the book.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F14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prefilled mandate. The form can lower a limit. It cannot raise one.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2920" y="239572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F14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39572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items. Set quantities and shares. Two goals need a yes that one may finish alone.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32841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F14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328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328416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offers, one seller. A click selects. Confirm is what books.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61104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F14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261104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party box opens at cash 340. 360 asks again. 410 cannot be accepted.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2920" y="519379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8F14F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5193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1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193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 names shopper, mandate, merchant, auditor, and payer on one trace 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Scout — roles, cases, and design</dc:title>
  <dc:subject>Hackathon contract for five commerce roles</dc:subject>
  <dc:creator>Scout</dc:creator>
  <cp:lastModifiedBy>Scout</cp:lastModifiedBy>
  <cp:revision>1</cp:revision>
  <dcterms:created xsi:type="dcterms:W3CDTF">2026-10-03T07:12:00Z</dcterms:created>
  <dcterms:modified xsi:type="dcterms:W3CDTF">2026-10-03T07:12:00Z</dcterms:modified>
</cp:coreProperties>
</file>